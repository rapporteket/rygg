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72E9-FBC8-3569-3BF9-FF779A3FA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94A6B-BEB3-A5FB-D4E3-9E924F124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50AE6-FECF-812A-C686-3313B042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07DD0-1E02-95BC-49F3-C014D8A7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1E412-672B-9BFA-75B1-1137ADC3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5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187B-C319-70C9-48FA-B5E35FA1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C5E1-733C-8C88-69BA-57602066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C4E2-BAA3-3351-032C-8B414A54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209C0-A872-57AD-FB1C-C5EFB52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633FA-02B4-1D7A-F44B-096ED5D3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68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1B9E-EE44-59AA-A11D-DDDF8C25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AA8BC-C2BD-2612-98E7-0AAEE1380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55B67-64A9-CAB4-4CC4-CDDB7F04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29259-247E-1868-6C35-E25028FA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11C3-53AA-DF3E-AECF-AB715131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5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CD7C-41A8-D38E-B144-1E25A2C2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8586-3223-0DC3-A1AF-30827A694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31B20-C5F7-6927-C8B0-D8DB750E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0D72F-1C17-BAE2-0682-1CE41666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7F454-F0DF-2185-74DA-2225780C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DB501-6731-E373-48FA-212824B8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01DD-3748-DAEF-90CA-6E3DCC25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FC533-0C97-77E5-5737-E2FEB8DE2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17E9C-F31C-8837-E815-1387097AA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5CC54-CBE0-B68D-236E-E06E178D5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7F774-0C61-A8D1-B4AB-56C8CAA58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49082B-B30A-5D54-52B1-557C6842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F481E-045A-9D41-6476-684C708D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66AF6-0E90-6DEB-D46A-EE12A375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6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07C0-74B6-4248-40E0-B5421761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6176C-842A-27BB-374F-1A9DC529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B9112-369A-3DCE-7965-46D11A36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51B71-7C8C-FF7D-5BE4-0401A6EE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3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FEF56-0436-8637-7984-D2A909C2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55062-7AC9-1E45-EEEF-D1A73947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6336F-56AB-7CCF-B4ED-DC47DA83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6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D0DA-12CC-1EA1-ACAB-CD5E99B2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E815-4943-0734-E067-89A51F99B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F6059-3E73-3FB4-2584-4B5F6C9D8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C4B27-C429-923E-98EF-F7297515B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B5B1B-AD03-5CA6-F17C-FB92E157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D7EA1-834C-05F7-1985-89E7B9C5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043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D27F-83D5-49F2-28A3-5A19CA11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21FBD-51C6-3A7B-CE89-36E13F001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2153-4A99-A961-614D-13D0CD40E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687FA-5E4A-6E07-4DC3-2CC10B9D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A1B8E-B569-55D8-7581-48C72B90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1F4F9-522A-32B6-0DB0-5C339A7A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82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1F20-E810-21A3-92EB-C545D514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989AD-9284-6A66-62CC-179689E2B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EAB0-DBD8-E1A1-80D3-901560B25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A136-F85E-31CD-BEA2-8A407270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5FD9-2DF0-D7D6-7134-4A0BBDE1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04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C74F7-A51D-B22A-5544-4D8760909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D61C5-500B-2910-317C-8403E36F4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2574-554F-7C1D-0407-735733D1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8492-FF67-CEE7-F13A-A6B2C7D7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201AF-0BF8-4536-4DEC-BFEF70C8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32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48CF9-13D8-45D0-B502-DED3142B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5EB23-7D33-DEB6-F6E8-D610DC92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6681D-239B-1F72-D472-9AC38E3A3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3129F-950C-4D5C-8204-C10D1D521C3D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9C5CF-8A7E-EE38-79CE-EB3AD18CF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DCA1B-5C0A-AD95-9887-32E1EE659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C1589-EB16-487C-8D46-9D5BDBCCD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71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DC3E-F014-D6CA-E1C0-1DB90A3F1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50321-62C5-FED8-06D6-9583B6545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507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B4759B-0790-240A-250D-172015E4D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21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9EE64-541D-DA30-A93F-78E913668E6F}"/>
              </a:ext>
            </a:extLst>
          </p:cNvPr>
          <p:cNvSpPr txBox="1"/>
          <p:nvPr/>
        </p:nvSpPr>
        <p:spPr>
          <a:xfrm>
            <a:off x="386499" y="320511"/>
            <a:ext cx="1136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u="sng" dirty="0"/>
              <a:t>Ujusterte data</a:t>
            </a:r>
            <a:r>
              <a:rPr lang="nb-NO" dirty="0"/>
              <a:t>, hele tidsperioden, andel med mer enn 35% forbedring av NDI 12 mnd. etter nakkekirurgi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714BC-C9F1-0DFA-344E-A2E68603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38175"/>
            <a:ext cx="929640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3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23795-6414-57E0-B5ED-E92C76837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1000861"/>
            <a:ext cx="92678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8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F0EDB-085B-E967-296B-BE56DF132550}"/>
              </a:ext>
            </a:extLst>
          </p:cNvPr>
          <p:cNvSpPr txBox="1"/>
          <p:nvPr/>
        </p:nvSpPr>
        <p:spPr>
          <a:xfrm>
            <a:off x="1489435" y="282804"/>
            <a:ext cx="405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Justert2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01D43-D0A1-A745-B0D8-15DC1CFFF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42" y="284038"/>
            <a:ext cx="10481673" cy="629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5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35B3-32EC-8CDB-EA8B-A5743785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Forklart variasjon (R-</a:t>
            </a:r>
            <a:r>
              <a:rPr lang="nb-N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Squared</a:t>
            </a:r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 lineær regresjon (kontinuerlig NDI forbedring)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08BB0-B1AC-9B4B-DB90-AF08B954E1A0}"/>
              </a:ext>
            </a:extLst>
          </p:cNvPr>
          <p:cNvSpPr txBox="1"/>
          <p:nvPr/>
        </p:nvSpPr>
        <p:spPr>
          <a:xfrm>
            <a:off x="716437" y="2328421"/>
            <a:ext cx="11632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Modell 1=  0.16, </a:t>
            </a:r>
            <a:r>
              <a:rPr lang="nb-NO" dirty="0" err="1"/>
              <a:t>dvs</a:t>
            </a:r>
            <a:r>
              <a:rPr lang="nb-NO" dirty="0"/>
              <a:t> 16%</a:t>
            </a:r>
          </a:p>
          <a:p>
            <a:r>
              <a:rPr lang="nb-NO" dirty="0"/>
              <a:t>Modell 2= 0.22, </a:t>
            </a:r>
            <a:r>
              <a:rPr lang="nb-NO" dirty="0" err="1"/>
              <a:t>dvs</a:t>
            </a:r>
            <a:r>
              <a:rPr lang="nb-NO" dirty="0"/>
              <a:t> 22%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17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A25AA-2CEC-D4E1-569D-C2911678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9" y="358219"/>
            <a:ext cx="5426630" cy="32239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B7944C-DD7D-466A-5730-AD3DBCC3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232" y="433633"/>
            <a:ext cx="5665849" cy="3223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8D685-69F4-0D0B-2EDB-A627FAF8C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232" y="3551503"/>
            <a:ext cx="5876233" cy="327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6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FE04D-5411-316D-FE03-D5D4215E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6" y="492550"/>
            <a:ext cx="5210543" cy="2936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4C888-D882-D2BD-6754-D83962387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372" y="590622"/>
            <a:ext cx="5129251" cy="2838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82B8F8-8EB9-129A-01F4-DEA4B0769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997" y="3530002"/>
            <a:ext cx="5210544" cy="31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7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50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Forklart variasjon (R-Squared) i lineær regresjon (kontinuerlig NDI forbedring)</vt:lpstr>
      <vt:lpstr>PowerPoint Presentation</vt:lpstr>
      <vt:lpstr>PowerPoint Presentation</vt:lpstr>
    </vt:vector>
  </TitlesOfParts>
  <Company>Helse Nord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Solberg Tore</dc:creator>
  <cp:lastModifiedBy>Solberg Tore</cp:lastModifiedBy>
  <cp:revision>2</cp:revision>
  <dcterms:created xsi:type="dcterms:W3CDTF">2025-03-12T09:23:05Z</dcterms:created>
  <dcterms:modified xsi:type="dcterms:W3CDTF">2025-03-12T11:58:03Z</dcterms:modified>
</cp:coreProperties>
</file>